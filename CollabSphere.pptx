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6" d="100"/>
          <a:sy n="166" d="100"/>
        </p:scale>
        <p:origin x="2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769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822960"/>
            <a:ext cx="3840480" cy="3840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4206240"/>
            <a:ext cx="548640" cy="54864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4389120"/>
            <a:ext cx="320040" cy="32004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CollabSphere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4114800" cy="5486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889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Webová aplikácia na riadenie projektov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tímovej spolupráce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Matúš Paškala  &amp;  Lukáš Majchrák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7731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SOČ 2026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303520" y="4544568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45445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263640" y="4544568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45445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223760" y="4544568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45445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183880" y="4544568"/>
            <a:ext cx="822960" cy="237744"/>
          </a:xfrm>
          <a:prstGeom prst="roundRect">
            <a:avLst>
              <a:gd name="adj" fmla="val 19231"/>
            </a:avLst>
          </a:prstGeom>
          <a:solidFill>
            <a:srgbClr val="1E3A5F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3880" y="454456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8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502920"/>
            <a:ext cx="1371600" cy="13716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COLLABSPHERE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4320" y="502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Cieľ projektu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11704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Funkčnosť aplikácie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600200"/>
            <a:ext cx="2788920" cy="914400"/>
          </a:xfrm>
          <a:prstGeom prst="roundRect">
            <a:avLst>
              <a:gd name="adj" fmla="val 8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27632"/>
            <a:ext cx="2651760" cy="85953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Vytvoriť prehľadný webový systém eliminujúci chaos v riadení úloh, plánovaní deadlinov a distribúcii práce v tímoch.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4754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 ·  Python  ·  Bootstrap  ·  SQLite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74720" y="274320"/>
            <a:ext cx="2578608" cy="1152144"/>
          </a:xfrm>
          <a:prstGeom prst="roundRect">
            <a:avLst>
              <a:gd name="adj" fmla="val 79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024" y="438912"/>
            <a:ext cx="329184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041648" y="36576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Správa úloh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21024" y="8412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Priraďovanie, priority, stavy, deadliny.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63640" y="274320"/>
            <a:ext cx="2578608" cy="1152144"/>
          </a:xfrm>
          <a:prstGeom prst="roundRect">
            <a:avLst>
              <a:gd name="adj" fmla="val 79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438912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30568" y="365760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dashboard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09944" y="8412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Vizualizácia vyťaženia členov tímu.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474720" y="1627632"/>
            <a:ext cx="2578608" cy="1152144"/>
          </a:xfrm>
          <a:prstGeom prst="roundRect">
            <a:avLst>
              <a:gd name="adj" fmla="val 79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1024" y="1792224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041648" y="171907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Tímy &amp; Projekty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621024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 vzťahy, filtrovanie, správa členov.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263640" y="1627632"/>
            <a:ext cx="2578608" cy="1152144"/>
          </a:xfrm>
          <a:prstGeom prst="roundRect">
            <a:avLst>
              <a:gd name="adj" fmla="val 79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9944" y="1792224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30568" y="1719072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Bezpečnosť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409944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Roly manažér/vývojár, CSRF ochrana.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474720" y="2980944"/>
            <a:ext cx="2578608" cy="1152144"/>
          </a:xfrm>
          <a:prstGeom prst="roundRect">
            <a:avLst>
              <a:gd name="adj" fmla="val 793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1024" y="3145536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41648" y="3072384"/>
            <a:ext cx="1920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API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3621024" y="35478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 /api/tasks/ s filtrovaním.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COLLABSPHERE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Rozdelenie práce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217920" y="347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Paralelný vývoj  ·  Git verziovanie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023360" cy="3611880"/>
          </a:xfrm>
          <a:prstGeom prst="roundRect">
            <a:avLst>
              <a:gd name="adj" fmla="val 25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23444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Logika</a:t>
            </a:r>
            <a:endParaRPr lang="en-US" sz="8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1188720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16276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Lukáš Majchrák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02920" y="2212848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2176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Návrh relačnej databázy a Django modelov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2651760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2615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Backendová logika (views.py) a URL routing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02920" y="3090672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0540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Filtrovanie querysetov – viazanosť na tímy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02920" y="3529584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3493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Prístupové práva – dekorátory manager_required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02920" y="3968496"/>
            <a:ext cx="118872" cy="118872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API endpoint  /api/tasks/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00600" y="1097280"/>
            <a:ext cx="4023360" cy="3611880"/>
          </a:xfrm>
          <a:prstGeom prst="roundRect">
            <a:avLst>
              <a:gd name="adj" fmla="val 253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983480" y="123444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83480" y="12344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UI/UX</a:t>
            </a:r>
            <a:endParaRPr lang="en-US" sz="85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188720"/>
            <a:ext cx="347472" cy="3474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983480" y="16276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Matúš Paškala</a:t>
            </a:r>
            <a:endParaRPr lang="en-US" sz="2000" dirty="0"/>
          </a:p>
        </p:txBody>
      </p:sp>
      <p:sp>
        <p:nvSpPr>
          <p:cNvPr id="26" name="Shape 22"/>
          <p:cNvSpPr/>
          <p:nvPr/>
        </p:nvSpPr>
        <p:spPr>
          <a:xfrm>
            <a:off x="4983480" y="2212848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193792" y="21762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Vizuálna identita a implementácia Dark Modu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983480" y="2651760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193792" y="26151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Dynamické HTML šablóny s Bootstrap komponentmi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4983480" y="3090672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193792" y="30540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Manažérsky dashboard s workload progress barmi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983480" y="3529584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193792" y="3493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Optimalizácia tabuliek a responzivita UI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983480" y="3968496"/>
            <a:ext cx="118872" cy="118872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193792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Klientska mikrointerakcia a UI ladenie</a:t>
            </a:r>
            <a:endParaRPr lang="en-US" sz="1000" dirty="0"/>
          </a:p>
        </p:txBody>
      </p:sp>
      <p:sp>
        <p:nvSpPr>
          <p:cNvPr id="36" name="Shape 32"/>
          <p:cNvSpPr/>
          <p:nvPr/>
        </p:nvSpPr>
        <p:spPr>
          <a:xfrm>
            <a:off x="4507992" y="1188720"/>
            <a:ext cx="0" cy="3383280"/>
          </a:xfrm>
          <a:prstGeom prst="line">
            <a:avLst/>
          </a:prstGeom>
          <a:noFill/>
          <a:ln w="12700">
            <a:solidFill>
              <a:srgbClr val="334155"/>
            </a:solidFill>
            <a:prstDash val="dash"/>
          </a:ln>
        </p:spPr>
      </p:sp>
      <p:sp>
        <p:nvSpPr>
          <p:cNvPr id="37" name="Text 33"/>
          <p:cNvSpPr/>
          <p:nvPr/>
        </p:nvSpPr>
        <p:spPr>
          <a:xfrm>
            <a:off x="4315968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COLLABSPHERE  · 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Problémy &amp; Čo sme sa naučili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Výzvy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1C1A0A"/>
          </a:solidFill>
          <a:ln w="12700">
            <a:solidFill>
              <a:srgbClr val="713F12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61848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5361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tokeny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77240" y="181051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Neplatné tokeny pri POST formulároch – debugovanie middleware konfigurácie.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0040" y="233172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1C1A0A"/>
          </a:solidFill>
          <a:ln w="12700">
            <a:solidFill>
              <a:srgbClr val="713F12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48716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240487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Dátová integrita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777240" y="267919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Zamedzenie priraďovania riešiteľov mimo správnych tímov cez ORM filtre.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" y="320040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1C1A0A"/>
          </a:solidFill>
          <a:ln w="12700">
            <a:solidFill>
              <a:srgbClr val="713F12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35584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327355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responzivita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777240" y="354787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Zalomenie dlhých názvov úloh v tabuľkách na mobilných zariadeniach.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320040" y="406908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1C1A0A"/>
          </a:solidFill>
          <a:ln w="12700">
            <a:solidFill>
              <a:srgbClr val="713F12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4224528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7240" y="414223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konflikty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777240" y="441655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Riešenie merge konfliktov pri paralelnom vývoji frontendu a backendu.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7091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Čo sme sa naučili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709160" y="146304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1618488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66360" y="15361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MTV architektúra</a:t>
            </a:r>
            <a:endParaRPr lang="en-US" sz="1050" dirty="0"/>
          </a:p>
        </p:txBody>
      </p:sp>
      <p:sp>
        <p:nvSpPr>
          <p:cNvPr id="26" name="Text 19"/>
          <p:cNvSpPr/>
          <p:nvPr/>
        </p:nvSpPr>
        <p:spPr>
          <a:xfrm>
            <a:off x="5166360" y="181051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Hlboké pochopenie Django Model–Template–View vzoru v praxi.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4709160" y="233172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487168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66360" y="24048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tímová práca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5166360" y="267919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Efektívna spolupráca – vetvy, pull requesty, code review.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4709160" y="320040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355848"/>
            <a:ext cx="256032" cy="25603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5166360" y="327355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Bezpečnosť webu</a:t>
            </a:r>
            <a:endParaRPr lang="en-US" sz="1050" dirty="0"/>
          </a:p>
        </p:txBody>
      </p:sp>
      <p:sp>
        <p:nvSpPr>
          <p:cNvPr id="34" name="Text 25"/>
          <p:cNvSpPr/>
          <p:nvPr/>
        </p:nvSpPr>
        <p:spPr>
          <a:xfrm>
            <a:off x="5166360" y="35478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Praktické skúsenosti s CSRF, SQL injection a rolami.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4709160" y="4069080"/>
            <a:ext cx="4114800" cy="749808"/>
          </a:xfrm>
          <a:prstGeom prst="roundRect">
            <a:avLst>
              <a:gd name="adj" fmla="val 9756"/>
            </a:avLst>
          </a:prstGeom>
          <a:solidFill>
            <a:srgbClr val="052E16"/>
          </a:solidFill>
          <a:ln w="12700">
            <a:solidFill>
              <a:srgbClr val="166534"/>
            </a:solidFill>
            <a:prstDash val="solid"/>
          </a:ln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4224528"/>
            <a:ext cx="256032" cy="256032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166360" y="414223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dizajn</a:t>
            </a:r>
            <a:endParaRPr lang="en-US" sz="1050" dirty="0"/>
          </a:p>
        </p:txBody>
      </p:sp>
      <p:sp>
        <p:nvSpPr>
          <p:cNvPr id="38" name="Text 28"/>
          <p:cNvSpPr/>
          <p:nvPr/>
        </p:nvSpPr>
        <p:spPr>
          <a:xfrm>
            <a:off x="5166360" y="44165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Responzívny dizajn, dark mode a čisté klientske prostredie.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4507992" y="1051560"/>
            <a:ext cx="0" cy="374904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5029200" cy="502920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3291840"/>
            <a:ext cx="3840480" cy="384048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457200"/>
            <a:ext cx="457200" cy="45720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03920" y="1005840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82296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Ďakujeme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2011680" y="2148840"/>
            <a:ext cx="4114800" cy="5486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pozornosť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011680" y="2971800"/>
            <a:ext cx="5120640" cy="68580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27000" dist="254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3136392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606040" y="30449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paskala.pythonanywhere.com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01168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Matúš Paškala  ·  Lukáš Majchrák  ·  SOČ 2026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011680" y="425196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11680" y="425196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Otázky?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333</Words>
  <Application>Microsoft Macintosh PowerPoint</Application>
  <PresentationFormat>Prezentácia na obrazovke (16:9)</PresentationFormat>
  <Paragraphs>72</Paragraphs>
  <Slides>5</Slides>
  <Notes>5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mp</cp:lastModifiedBy>
  <cp:revision>3</cp:revision>
  <dcterms:created xsi:type="dcterms:W3CDTF">2026-06-10T06:08:02Z</dcterms:created>
  <dcterms:modified xsi:type="dcterms:W3CDTF">2026-06-10T06:10:11Z</dcterms:modified>
</cp:coreProperties>
</file>