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5"/>
  </p:normalViewPr>
  <p:slideViewPr>
    <p:cSldViewPr snapToGrid="0" snapToObjects="1">
      <p:cViewPr varScale="1">
        <p:scale>
          <a:sx n="117" d="100"/>
          <a:sy n="117" d="100"/>
        </p:scale>
        <p:origin x="5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7066E4"/>
                </a:solidFill>
              </a:defRPr>
            </a:pPr>
            <a:r>
              <a:t>CollabSphere</a:t>
            </a:r>
          </a:p>
          <a:p>
            <a:pPr>
              <a:spcAft>
                <a:spcPts val="4000"/>
              </a:spcAft>
              <a:defRPr sz="2400">
                <a:solidFill>
                  <a:srgbClr val="FFFFFF"/>
                </a:solidFill>
              </a:defRPr>
            </a:pPr>
            <a:r>
              <a:t>Webová aplikácia na riadenie projektov a vyťaženia tímov</a:t>
            </a:r>
          </a:p>
          <a:p>
            <a:pPr>
              <a:defRPr sz="1400">
                <a:solidFill>
                  <a:srgbClr val="8A94A6"/>
                </a:solidFill>
              </a:defRPr>
            </a:pPr>
            <a:r>
              <a:t>Autori: Matúš Paškala &amp; Ondrej Baláž  |  Prezentácia SOČ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Cieľ projektu &amp; Funkcionalita</a:t>
            </a:r>
          </a:p>
          <a:p>
            <a:pPr>
              <a:defRPr sz="1600">
                <a:solidFill>
                  <a:srgbClr val="3B82F6"/>
                </a:solidFill>
                <a:latin typeface="Arial"/>
              </a:defRPr>
            </a:pPr>
            <a:r>
              <a:t>Moderný nástroj na riadenie projektov a tímovú spoluprácu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7066E4"/>
                </a:solidFill>
              </a:rPr>
              <a:t>•  Hlavný cieľ projektu: </a:t>
            </a:r>
            <a:r>
              <a:rPr sz="1800">
                <a:solidFill>
                  <a:srgbClr val="FFFFFF"/>
                </a:solidFill>
              </a:rPr>
              <a:t>Vytvoriť prehľadný webový systém eliminujúci chaos v riadení úloh, plánovaní deadlinov a distribúcii práce v tímoch.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•  Projektový manažment: </a:t>
            </a:r>
            <a:r>
              <a:rPr sz="1800">
                <a:solidFill>
                  <a:srgbClr val="8A94A6"/>
                </a:solidFill>
              </a:rPr>
              <a:t>Sledovanie stavu projektov, správa termínov a flexibilné filtrovanie dát.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•  Správa úloh (Tasks): </a:t>
            </a:r>
            <a:r>
              <a:rPr sz="1800">
                <a:solidFill>
                  <a:srgbClr val="8A94A6"/>
                </a:solidFill>
              </a:rPr>
              <a:t>Priraďovanie úloh konkrétnym ľuďom, nastavovanie priorít a okamžitá zmena stavu úloh.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•  Dashboard vyťaženia: </a:t>
            </a:r>
            <a:r>
              <a:rPr sz="1800">
                <a:solidFill>
                  <a:srgbClr val="8A94A6"/>
                </a:solidFill>
              </a:rPr>
              <a:t>Pokročilé vizuálne zobrazenie (workload progress bary) zaťaženia jednotlivých vývojárov v reálnom čase.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•  Bezpečnostné štandardy: </a:t>
            </a:r>
            <a:r>
              <a:rPr sz="1800">
                <a:solidFill>
                  <a:srgbClr val="8A94A6"/>
                </a:solidFill>
              </a:rPr>
              <a:t>Implementovaná autorizácia rolí (Manažér vs. Riešiteľ), ochrana pred CSRF útokmi a SQL injection.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Tímová spolupráca &amp; Rozdelenie úloh</a:t>
            </a:r>
          </a:p>
          <a:p>
            <a:pPr>
              <a:defRPr sz="1600">
                <a:solidFill>
                  <a:srgbClr val="3B82F6"/>
                </a:solidFill>
                <a:latin typeface="Arial"/>
              </a:defRPr>
            </a:pPr>
            <a:r>
              <a:t>Efektívny paralelný vývoj s využitím verziovacieho nástroja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5120640" cy="297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7066E4"/>
                </a:solidFill>
              </a:defRPr>
            </a:pPr>
            <a:r>
              <a:rPr lang="sk-SK" dirty="0"/>
              <a:t>Lukáš </a:t>
            </a:r>
            <a:r>
              <a:rPr lang="sk-SK" dirty="0" err="1"/>
              <a:t>Majchrák</a:t>
            </a:r>
            <a:r>
              <a:rPr dirty="0"/>
              <a:t>(Backend &amp; Logika)</a:t>
            </a:r>
          </a:p>
          <a:p>
            <a:pPr>
              <a:spcAft>
                <a:spcPts val="1000"/>
              </a:spcAft>
              <a:defRPr sz="1600">
                <a:solidFill>
                  <a:srgbClr val="8A94A6"/>
                </a:solidFill>
              </a:defRPr>
            </a:pPr>
            <a:r>
              <a:rPr dirty="0"/>
              <a:t>• </a:t>
            </a:r>
            <a:r>
              <a:rPr dirty="0" err="1"/>
              <a:t>Návrh</a:t>
            </a:r>
            <a:r>
              <a:rPr dirty="0"/>
              <a:t> </a:t>
            </a:r>
            <a:r>
              <a:rPr dirty="0" err="1"/>
              <a:t>komplexnej</a:t>
            </a:r>
            <a:r>
              <a:rPr dirty="0"/>
              <a:t> </a:t>
            </a:r>
            <a:r>
              <a:rPr dirty="0" err="1"/>
              <a:t>relačnej</a:t>
            </a:r>
            <a:r>
              <a:rPr dirty="0"/>
              <a:t> </a:t>
            </a:r>
            <a:r>
              <a:rPr dirty="0" err="1"/>
              <a:t>databázy</a:t>
            </a:r>
            <a:r>
              <a:rPr dirty="0"/>
              <a:t> a </a:t>
            </a:r>
            <a:r>
              <a:rPr dirty="0" err="1"/>
              <a:t>modelov</a:t>
            </a:r>
            <a:r>
              <a:rPr dirty="0"/>
              <a:t> (Project, Task, Team, Membership).</a:t>
            </a:r>
          </a:p>
          <a:p>
            <a:pPr>
              <a:spcAft>
                <a:spcPts val="1000"/>
              </a:spcAft>
              <a:defRPr sz="1600">
                <a:solidFill>
                  <a:srgbClr val="8A94A6"/>
                </a:solidFill>
              </a:defRPr>
            </a:pPr>
            <a:r>
              <a:rPr dirty="0"/>
              <a:t>• </a:t>
            </a:r>
            <a:r>
              <a:rPr dirty="0" err="1"/>
              <a:t>Backendová</a:t>
            </a:r>
            <a:r>
              <a:rPr dirty="0"/>
              <a:t> </a:t>
            </a:r>
            <a:r>
              <a:rPr dirty="0" err="1"/>
              <a:t>logika</a:t>
            </a:r>
            <a:r>
              <a:rPr dirty="0"/>
              <a:t> </a:t>
            </a:r>
            <a:r>
              <a:rPr dirty="0" err="1"/>
              <a:t>servera</a:t>
            </a:r>
            <a:r>
              <a:rPr dirty="0"/>
              <a:t> </a:t>
            </a:r>
            <a:r>
              <a:rPr dirty="0" err="1"/>
              <a:t>vo</a:t>
            </a:r>
            <a:r>
              <a:rPr dirty="0"/>
              <a:t> </a:t>
            </a:r>
            <a:r>
              <a:rPr dirty="0" err="1"/>
              <a:t>views.py</a:t>
            </a:r>
            <a:r>
              <a:rPr dirty="0"/>
              <a:t> a </a:t>
            </a:r>
            <a:r>
              <a:rPr dirty="0" err="1"/>
              <a:t>routovanie</a:t>
            </a:r>
            <a:r>
              <a:rPr dirty="0"/>
              <a:t> URL </a:t>
            </a:r>
            <a:r>
              <a:rPr dirty="0" err="1"/>
              <a:t>adries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600">
                <a:solidFill>
                  <a:srgbClr val="8A94A6"/>
                </a:solidFill>
              </a:defRPr>
            </a:pPr>
            <a:r>
              <a:rPr dirty="0"/>
              <a:t>• </a:t>
            </a:r>
            <a:r>
              <a:rPr dirty="0" err="1"/>
              <a:t>Filtrovanie</a:t>
            </a:r>
            <a:r>
              <a:rPr dirty="0"/>
              <a:t> </a:t>
            </a:r>
            <a:r>
              <a:rPr dirty="0" err="1"/>
              <a:t>querysetov</a:t>
            </a:r>
            <a:r>
              <a:rPr dirty="0"/>
              <a:t> pre </a:t>
            </a:r>
            <a:r>
              <a:rPr dirty="0" err="1"/>
              <a:t>zabezpečenie</a:t>
            </a:r>
            <a:r>
              <a:rPr dirty="0"/>
              <a:t> </a:t>
            </a:r>
            <a:r>
              <a:rPr dirty="0" err="1"/>
              <a:t>viazanosti</a:t>
            </a:r>
            <a:r>
              <a:rPr dirty="0"/>
              <a:t> </a:t>
            </a:r>
            <a:r>
              <a:rPr dirty="0" err="1"/>
              <a:t>používateľov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správne</a:t>
            </a:r>
            <a:r>
              <a:rPr dirty="0"/>
              <a:t> </a:t>
            </a:r>
            <a:r>
              <a:rPr dirty="0" err="1"/>
              <a:t>tímy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600">
                <a:solidFill>
                  <a:srgbClr val="8A94A6"/>
                </a:solidFill>
              </a:defRPr>
            </a:pPr>
            <a:r>
              <a:rPr dirty="0"/>
              <a:t>• Zabezpečenie </a:t>
            </a:r>
            <a:r>
              <a:rPr dirty="0" err="1"/>
              <a:t>systému</a:t>
            </a:r>
            <a:r>
              <a:rPr dirty="0"/>
              <a:t> </a:t>
            </a:r>
            <a:r>
              <a:rPr dirty="0" err="1"/>
              <a:t>prístupových</a:t>
            </a:r>
            <a:r>
              <a:rPr dirty="0"/>
              <a:t> </a:t>
            </a:r>
            <a:r>
              <a:rPr dirty="0" err="1"/>
              <a:t>práv</a:t>
            </a:r>
            <a:r>
              <a:rPr dirty="0"/>
              <a:t> </a:t>
            </a:r>
            <a:r>
              <a:rPr dirty="0" err="1"/>
              <a:t>pomocou</a:t>
            </a:r>
            <a:r>
              <a:rPr dirty="0"/>
              <a:t> </a:t>
            </a:r>
            <a:r>
              <a:rPr dirty="0" err="1"/>
              <a:t>dekorátorov</a:t>
            </a:r>
            <a:r>
              <a:rPr dirty="0"/>
              <a:t> (Manager required).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3B82F6"/>
                </a:solidFill>
              </a:defRPr>
            </a:pPr>
            <a:r>
              <a:t>Matúš Paškala (Frontend &amp; UI/UX)</a:t>
            </a:r>
          </a:p>
          <a:p>
            <a:pPr>
              <a:spcAft>
                <a:spcPts val="1000"/>
              </a:spcAft>
              <a:defRPr sz="1600">
                <a:solidFill>
                  <a:srgbClr val="8A94A6"/>
                </a:solidFill>
              </a:defRPr>
            </a:pPr>
            <a:r>
              <a:t>• Návrh vizuálnej identity aplikácie, štruktúry komponentov a implementácia Dark Modu.</a:t>
            </a:r>
          </a:p>
          <a:p>
            <a:pPr>
              <a:spcAft>
                <a:spcPts val="1000"/>
              </a:spcAft>
              <a:defRPr sz="1600">
                <a:solidFill>
                  <a:srgbClr val="8A94A6"/>
                </a:solidFill>
              </a:defRPr>
            </a:pPr>
            <a:r>
              <a:t>• Kódovanie dynamických HTML šablón pomocou Bootstrap komponentov.</a:t>
            </a:r>
          </a:p>
          <a:p>
            <a:pPr>
              <a:spcAft>
                <a:spcPts val="1000"/>
              </a:spcAft>
              <a:defRPr sz="1600">
                <a:solidFill>
                  <a:srgbClr val="8A94A6"/>
                </a:solidFill>
              </a:defRPr>
            </a:pPr>
            <a:r>
              <a:t>• Dizajn manažérskeho dashboardu a grafické rozhranie pre vizualizáciu percentuálnej aktivity členov.</a:t>
            </a:r>
          </a:p>
          <a:p>
            <a:pPr>
              <a:spcAft>
                <a:spcPts val="1000"/>
              </a:spcAft>
              <a:defRPr sz="1600">
                <a:solidFill>
                  <a:srgbClr val="8A94A6"/>
                </a:solidFill>
              </a:defRPr>
            </a:pPr>
            <a:r>
              <a:t>• Optimalizácia tabuliek, eliminácia chýb zalamovania textov a klientska mikrointerakcia.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Výzvy, riešenia a získané vedomosti</a:t>
            </a:r>
          </a:p>
          <a:p>
            <a:pPr>
              <a:defRPr sz="1600">
                <a:solidFill>
                  <a:srgbClr val="3B82F6"/>
                </a:solidFill>
                <a:latin typeface="Arial"/>
              </a:defRPr>
            </a:pPr>
            <a:r>
              <a:t>Čo nám vývoj reálneho projektu v praxi priniesol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>
                <a:solidFill>
                  <a:srgbClr val="EF4444"/>
                </a:solidFill>
              </a:rPr>
              <a:t>⚠  </a:t>
            </a:r>
            <a:r>
              <a:rPr sz="1800" b="1">
                <a:solidFill>
                  <a:srgbClr val="FFFFFF"/>
                </a:solidFill>
              </a:rPr>
              <a:t>Bezpečnosť a spracovanie požiadaviek: </a:t>
            </a:r>
            <a:r>
              <a:rPr sz="1800">
                <a:solidFill>
                  <a:srgbClr val="8A94A6"/>
                </a:solidFill>
              </a:rPr>
              <a:t>Boj s neplatnými CSRF tokenmi pri POST formulároch a ich úspešné ladenie.</a:t>
            </a:r>
          </a:p>
          <a:p>
            <a:pPr>
              <a:spcAft>
                <a:spcPts val="1200"/>
              </a:spcAft>
            </a:pPr>
            <a:r>
              <a:rPr>
                <a:solidFill>
                  <a:srgbClr val="EF4444"/>
                </a:solidFill>
              </a:rPr>
              <a:t>⚠  </a:t>
            </a:r>
            <a:r>
              <a:rPr sz="1800" b="1">
                <a:solidFill>
                  <a:srgbClr val="FFFFFF"/>
                </a:solidFill>
              </a:rPr>
              <a:t>Dátová integrita: </a:t>
            </a:r>
            <a:r>
              <a:rPr sz="1800">
                <a:solidFill>
                  <a:srgbClr val="8A94A6"/>
                </a:solidFill>
              </a:rPr>
              <a:t>Zamedzenie chybám priraďovania nesprávnych riešiteľov k úlohám mimo prislúchajúcich tímov cez Django ORM filtre.</a:t>
            </a:r>
          </a:p>
          <a:p>
            <a:pPr>
              <a:spcAft>
                <a:spcPts val="1200"/>
              </a:spcAft>
            </a:pPr>
            <a:r>
              <a:rPr>
                <a:solidFill>
                  <a:srgbClr val="EF4444"/>
                </a:solidFill>
              </a:rPr>
              <a:t>⚠  </a:t>
            </a:r>
            <a:r>
              <a:rPr sz="1800" b="1">
                <a:solidFill>
                  <a:srgbClr val="FFFFFF"/>
                </a:solidFill>
              </a:rPr>
              <a:t>UI flexibilita: </a:t>
            </a:r>
            <a:r>
              <a:rPr sz="1800">
                <a:solidFill>
                  <a:srgbClr val="8A94A6"/>
                </a:solidFill>
              </a:rPr>
              <a:t>Ošetrenie responzivity tabuliek pri dlhých reťazcoch názvov úloh a tímov.</a:t>
            </a:r>
          </a:p>
          <a:p>
            <a:pPr>
              <a:spcAft>
                <a:spcPts val="1200"/>
              </a:spcAft>
            </a:pPr>
            <a:r>
              <a:rPr>
                <a:solidFill>
                  <a:srgbClr val="3B82F6"/>
                </a:solidFill>
              </a:rPr>
              <a:t>✔  </a:t>
            </a:r>
            <a:r>
              <a:rPr sz="1800" b="1">
                <a:solidFill>
                  <a:srgbClr val="FFFFFF"/>
                </a:solidFill>
              </a:rPr>
              <a:t>Získané vedomosti: </a:t>
            </a:r>
            <a:r>
              <a:rPr sz="1800">
                <a:solidFill>
                  <a:srgbClr val="8A94A6"/>
                </a:solidFill>
              </a:rPr>
              <a:t>Hlboké pochopenie MTV architektúry, tímovej práce v Gite, agilného riešenia konfliktov v kóde a návrhu čistého klientskeho prostredia (UI/UX).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352</Words>
  <Application>Microsoft Macintosh PowerPoint</Application>
  <PresentationFormat>Širokouhlá</PresentationFormat>
  <Paragraphs>28</Paragraphs>
  <Slides>4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2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mp</cp:lastModifiedBy>
  <cp:revision>2</cp:revision>
  <dcterms:created xsi:type="dcterms:W3CDTF">2013-01-27T09:14:16Z</dcterms:created>
  <dcterms:modified xsi:type="dcterms:W3CDTF">2026-06-09T18:51:23Z</dcterms:modified>
  <cp:category/>
</cp:coreProperties>
</file>